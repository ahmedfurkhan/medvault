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6" d="100"/>
          <a:sy n="126" d="100"/>
        </p:scale>
        <p:origin x="12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914400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822960" cy="8229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790" y="15316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Segoe UI Semibold"/>
              </a:rPr>
              <a:t>MedVault</a:t>
            </a:r>
          </a:p>
          <a:p>
            <a:r>
              <a:rPr sz="2400" b="0" i="0">
                <a:solidFill>
                  <a:srgbClr val="EAFAF6"/>
                </a:solidFill>
                <a:latin typeface="Segoe UI"/>
              </a:rPr>
              <a:t>Design &amp; Usability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00400"/>
            <a:ext cx="786384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 dirty="0">
                <a:solidFill>
                  <a:srgbClr val="FFFFFF"/>
                </a:solidFill>
                <a:latin typeface="Segoe UI"/>
              </a:rPr>
              <a:t>Ahmed Furkhan</a:t>
            </a:r>
          </a:p>
          <a:p>
            <a:r>
              <a:rPr sz="1400" b="0" i="0" dirty="0">
                <a:solidFill>
                  <a:srgbClr val="EAFAF6"/>
                </a:solidFill>
                <a:latin typeface="Segoe UI"/>
              </a:rPr>
              <a:t>Northeastern University </a:t>
            </a:r>
            <a:r>
              <a:rPr lang="en-US" sz="1400" b="0" i="0" dirty="0">
                <a:solidFill>
                  <a:srgbClr val="EAFAF6"/>
                </a:solidFill>
                <a:latin typeface="Segoe UI"/>
              </a:rPr>
              <a:t>-</a:t>
            </a:r>
            <a:r>
              <a:rPr sz="1400" b="0" i="0" dirty="0">
                <a:solidFill>
                  <a:srgbClr val="EAFAF6"/>
                </a:solidFill>
                <a:latin typeface="Segoe UI"/>
              </a:rPr>
              <a:t> Web Development, Summer 2026</a:t>
            </a:r>
          </a:p>
          <a:p>
            <a:r>
              <a:rPr sz="1300" b="0" i="1" dirty="0">
                <a:solidFill>
                  <a:srgbClr val="EAFAF6"/>
                </a:solidFill>
                <a:latin typeface="Segoe UI"/>
              </a:rPr>
              <a:t>AI-assisted patient record access auditor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 dirty="0" err="1">
                <a:solidFill>
                  <a:srgbClr val="0F2A30"/>
                </a:solidFill>
                <a:latin typeface="Segoe UI"/>
              </a:rPr>
              <a:t>MedVault</a:t>
            </a:r>
            <a:r>
              <a:rPr sz="1500" b="0" i="0" dirty="0">
                <a:solidFill>
                  <a:srgbClr val="0F2A30"/>
                </a:solidFill>
                <a:latin typeface="Segoe UI"/>
              </a:rPr>
              <a:t> is a privacy-first, AI-assisted access auditor for personal medical records. It answers the question patients rarely get to ask: “Who looked at my health data, when, and why?” It turns raw access logs into a plain-English audit experience — a dynamic risk score, flagged anomalies, a per-record access timeline, and a grounded AI assistant. A separate Doctor (provider) portal lets clinicians open patient records, and every view is written back to that patient’s audit trail  closing the transparency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Frontend: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React 18 (Hooks) + Vite, Recharts, Fetch API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Backend: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Node.js + Express (ES Modules)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Database: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MongoDB (native driver) — users, records, accessLogs collections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Auth: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Passport (local strategy) + express-session + bcrypt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AI: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Groq API for plain-English anomaly explanations &amp; the access assistant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Quality: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ESLint, Prettier, axe-core; 1,000+ synthetic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Design &amp; Usability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Typography: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Sora (display) + Inter (body) — a purposeful type system with a corrected h1 → h3 hierarchy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Color: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consistent teal brand; fixed approve (teal) vs. destructive (red) semantics; full light + dark, all text WCAG-AA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Layout: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grid-based alignment &amp; spacing, salient elements top-left, responsive down to 375px (iPhone SE)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Accessibility: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skip link, visible focus rings, labelled forms, focus-trapped dialogs, non-color status cues, ARIA live regions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Verified: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0 axe-core violations across all views; fully keyboard-operable; ESLint &amp; Prettier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Usability Study — Findings →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3 participants, 4 tasks —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all completed every task; intuitiveness rose after each fix.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Tabassum: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delete was hidden in the Edit dialog → added a Delete button next to Edit; wanted clearer visuals → added an anomaly-breakdown donut chart.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Mohammed (keyboard user):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wanted fuller profile control → added profile photo, phone number, and change-password to Settings.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Rabiya: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raw access details (user-agent, IP) confused her → rewrote the timeline in plain language: “Viewed your record on Aug 7 at 1:31 PM — using Chrome on Windows.”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Most Proud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0F2A30"/>
                </a:solidFill>
                <a:latin typeface="Segoe UI"/>
              </a:rPr>
              <a:t>The usability testing genuinely changed the app. I’m most proud of two things: the plain-language access timeline that made “who accessed my record” instantly readable for every participant, and the doctor → patient audit loop  when a clinician opens a record, a real access entry appears in that patient’s own timeline. That moment made the product’s core value click for everyone who tested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Hardest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F2A30"/>
                </a:solidFill>
                <a:latin typeface="Segoe UI"/>
              </a:rPr>
              <a:t>Making the AI explanations reliable. Groq’s strict JSON mode intermittently returned invalid JSON and crashed the dashboard. I switched to plain-text generation with flag-based severity and a graceful fallback, so alerts always render. I also tracked down a session bug where a “secure” cookie was silently dropped over http://localhost (NODE_ENV=production), which blocked login locally until I made the cookie HTTPS-aware.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 Semibold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F2A30"/>
                </a:solidFill>
                <a:latin typeface="Segoe UI"/>
              </a:rPr>
              <a:t>A quick walkthrough of the records timeline, risk dashboard, AI assistant, and the doctor portal — plus the design and accessibility changes above.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Live app: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https://medvault-jh8r.onrender.com/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Patient login: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maria@gmail.com  /  password123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2A30"/>
                </a:solidFill>
                <a:latin typeface="Segoe UI"/>
              </a:rPr>
              <a:t>Doctor login: </a:t>
            </a:r>
            <a:r>
              <a:rPr sz="1500" b="0" i="0">
                <a:solidFill>
                  <a:srgbClr val="0F2A30"/>
                </a:solidFill>
                <a:latin typeface="Segoe UI"/>
              </a:rPr>
              <a:t>doctor@medvault.com  /  password123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4F6772"/>
                </a:solidFill>
                <a:latin typeface="Segoe UI"/>
              </a:rPr>
              <a:t>MedVault — Design &amp; Usability Update · CS 5610, Northeastern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727</Words>
  <Application>Microsoft Office PowerPoint</Application>
  <PresentationFormat>On-screen Show (16:9)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Furkhan</cp:lastModifiedBy>
  <cp:revision>2</cp:revision>
  <dcterms:created xsi:type="dcterms:W3CDTF">2013-01-27T09:14:16Z</dcterms:created>
  <dcterms:modified xsi:type="dcterms:W3CDTF">2026-08-17T05:10:14Z</dcterms:modified>
  <cp:category/>
</cp:coreProperties>
</file>