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68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82880" y="-182880"/>
            <a:ext cx="12801600" cy="7315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B8F0E6"/>
                </a:solidFill>
                <a:latin typeface="Aptos"/>
              </a:rPr>
              <a:t>PRIVACY-FIRST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600" b="1" i="0">
                <a:solidFill>
                  <a:srgbClr val="FFFFFF"/>
                </a:solidFill>
                <a:latin typeface="Aptos"/>
              </a:rPr>
              <a:t>MedVault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D7F2EC"/>
                </a:solidFill>
                <a:latin typeface="Aptos"/>
              </a:rPr>
              <a:t>An AI-powered secure patient data access auditor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FE0DA"/>
                </a:solidFill>
                <a:latin typeface="Aptos"/>
              </a:rPr>
              <a:t>Ahmed Furkhan   |   CS 5610 Web Development   |   MS CS, Northeastern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54964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 dirty="0">
                <a:solidFill>
                  <a:srgbClr val="0F766E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1308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 dirty="0">
                <a:solidFill>
                  <a:srgbClr val="0E2841"/>
                </a:solidFill>
                <a:latin typeface="Aptos"/>
              </a:rPr>
              <a:t>Portals hide who accessed your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95144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 dirty="0">
                <a:solidFill>
                  <a:srgbClr val="5C7580"/>
                </a:solidFill>
                <a:latin typeface="Aptos"/>
              </a:rPr>
              <a:t>Patient portals let you view your data but never reveal who else looked at it, when, or why.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3401568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2944368"/>
            <a:ext cx="2889504" cy="2432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F766E"/>
                </a:solidFill>
                <a:latin typeface="Aptos"/>
              </a:rPr>
              <a:t>No visibility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C7580"/>
                </a:solidFill>
                <a:latin typeface="Aptos"/>
              </a:rPr>
              <a:t>You can read your records, but the access footprint behind them stays completely hidden.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44568" y="2743200"/>
            <a:ext cx="3401568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2944368"/>
            <a:ext cx="2889504" cy="2432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F766E"/>
                </a:solidFill>
                <a:latin typeface="Aptos"/>
              </a:rPr>
              <a:t>Unreadable logs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C7580"/>
                </a:solidFill>
                <a:latin typeface="Aptos"/>
              </a:rPr>
              <a:t>Even when access logs exist, they're raw timestamps and IPs a patient can't interpret.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66176" y="2743200"/>
            <a:ext cx="3401568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22208" y="2944368"/>
            <a:ext cx="2889504" cy="2432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F766E"/>
                </a:solidFill>
                <a:latin typeface="Aptos"/>
              </a:rPr>
              <a:t>Anomalies unnoticed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C7580"/>
                </a:solidFill>
                <a:latin typeface="Aptos"/>
              </a:rPr>
              <a:t>Off-hours access or rapid view bursts slip by with no alerting and no explanation.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2179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766E"/>
                </a:solidFill>
                <a:latin typeface="Apto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24447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 dirty="0">
                <a:solidFill>
                  <a:srgbClr val="0E2841"/>
                </a:solidFill>
                <a:latin typeface="Aptos"/>
              </a:rPr>
              <a:t>Log it. Explain it. See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 dirty="0">
                <a:solidFill>
                  <a:srgbClr val="5C7580"/>
                </a:solidFill>
                <a:latin typeface="Aptos"/>
              </a:rPr>
              <a:t>Every access is recorded, checked against rules, and explained in plain English.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3401568" cy="2834640"/>
          </a:xfrm>
          <a:prstGeom prst="roundRect">
            <a:avLst/>
          </a:prstGeom>
          <a:solidFill>
            <a:srgbClr val="EAF5F2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2944368"/>
            <a:ext cx="2889504" cy="2432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F766E"/>
                </a:solidFill>
                <a:latin typeface="Aptos"/>
              </a:rPr>
              <a:t>1. Log it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C7580"/>
                </a:solidFill>
                <a:latin typeface="Aptos"/>
              </a:rPr>
              <a:t>Each record view is recorded with time, device, and access type -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44568" y="2743200"/>
            <a:ext cx="3401568" cy="2834640"/>
          </a:xfrm>
          <a:prstGeom prst="roundRect">
            <a:avLst/>
          </a:prstGeom>
          <a:solidFill>
            <a:srgbClr val="EAF5F2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2944368"/>
            <a:ext cx="2889504" cy="2432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F766E"/>
                </a:solidFill>
                <a:latin typeface="Aptos"/>
              </a:rPr>
              <a:t>2. AI explains it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C7580"/>
                </a:solidFill>
                <a:latin typeface="Aptos"/>
              </a:rPr>
              <a:t>Flagged events get a plain-English reason, a severity label, and a recommended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66176" y="2743200"/>
            <a:ext cx="3401568" cy="2834640"/>
          </a:xfrm>
          <a:prstGeom prst="roundRect">
            <a:avLst/>
          </a:prstGeom>
          <a:solidFill>
            <a:srgbClr val="EAF5F2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22208" y="2944368"/>
            <a:ext cx="2889504" cy="2432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F766E"/>
                </a:solidFill>
                <a:latin typeface="Aptos"/>
              </a:rPr>
              <a:t>3. See it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C7580"/>
                </a:solidFill>
                <a:latin typeface="Aptos"/>
              </a:rPr>
              <a:t>A risk dashboard and per-record audit timeline show exactly who accessed what.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 dirty="0">
                <a:solidFill>
                  <a:srgbClr val="0F766E"/>
                </a:solidFill>
                <a:latin typeface="Aptos"/>
              </a:rPr>
              <a:t>WHO IT'S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 dirty="0">
                <a:solidFill>
                  <a:srgbClr val="0E2841"/>
                </a:solidFill>
                <a:latin typeface="Aptos"/>
              </a:rPr>
              <a:t>Meet Maria - and her three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5C7580"/>
                </a:solidFill>
                <a:latin typeface="Aptos"/>
              </a:rPr>
              <a:t>Maria manages a chronic condition and sees multiple providers. After each visit she wonders who accessed her records - and wants clear answers, not raw logs.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10515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606040"/>
            <a:ext cx="146304" cy="10515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78892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E2841"/>
                </a:solidFill>
                <a:latin typeface="Aptos"/>
              </a:rPr>
              <a:t>Story 1 - Manage my records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C7580"/>
                </a:solidFill>
                <a:latin typeface="Aptos"/>
              </a:rPr>
              <a:t>Register, log in, and create / view / edit / delete my own health records, private to my account.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94760"/>
            <a:ext cx="10515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3794760"/>
            <a:ext cx="146304" cy="10515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97764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E2841"/>
                </a:solidFill>
                <a:latin typeface="Aptos"/>
              </a:rPr>
              <a:t>Story 2 - Automatic audit trail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C7580"/>
                </a:solidFill>
                <a:latin typeface="Aptos"/>
              </a:rPr>
              <a:t>Every record view is logged automatically; I review a per-record timeline, filterable by date range.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983480"/>
            <a:ext cx="10515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" y="4983480"/>
            <a:ext cx="146304" cy="10515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5166360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E2841"/>
                </a:solidFill>
                <a:latin typeface="Aptos"/>
              </a:rPr>
              <a:t>Story 3 - Risk dashboard, explained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C7580"/>
                </a:solidFill>
                <a:latin typeface="Aptos"/>
              </a:rPr>
              <a:t>Odd-hours, new-device, and view-burst flags with a risk score - each explained in plain English.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03479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766E"/>
                </a:solidFill>
                <a:latin typeface="Aptos"/>
              </a:rPr>
              <a:t>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69239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 dirty="0">
                <a:solidFill>
                  <a:srgbClr val="0E2841"/>
                </a:solidFill>
                <a:latin typeface="Aptos"/>
              </a:rPr>
              <a:t>Transparency, explained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340156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" y="2075688"/>
            <a:ext cx="2889504" cy="119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F766E"/>
                </a:solidFill>
                <a:latin typeface="Aptos"/>
              </a:rPr>
              <a:t>AI-explained alerts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C7580"/>
                </a:solidFill>
                <a:latin typeface="Aptos"/>
              </a:rPr>
              <a:t>Each anomaly gets a plain-English reason, a severity badge, and a recommended next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44568" y="1874519"/>
            <a:ext cx="340156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00600" y="2075688"/>
            <a:ext cx="2889504" cy="119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F766E"/>
                </a:solidFill>
                <a:latin typeface="Aptos"/>
              </a:rPr>
              <a:t>Grounded AI assistant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C7580"/>
                </a:solidFill>
                <a:latin typeface="Aptos"/>
              </a:rPr>
              <a:t>Ask who accessed your records; answers come only from your real audit data, multi-turn.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66176" y="1874519"/>
            <a:ext cx="340156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22208" y="2075688"/>
            <a:ext cx="2889504" cy="119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F766E"/>
                </a:solidFill>
                <a:latin typeface="Aptos"/>
              </a:rPr>
              <a:t>Risk dashboard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C7580"/>
                </a:solidFill>
                <a:latin typeface="Aptos"/>
              </a:rPr>
              <a:t>Live risk score with off-hours, new-device, and view-burst counts, plus an access-vs-flags trend chart.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49039"/>
            <a:ext cx="340156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3950207"/>
            <a:ext cx="2889504" cy="119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F766E"/>
                </a:solidFill>
                <a:latin typeface="Aptos"/>
              </a:rPr>
              <a:t>Access timeline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C7580"/>
                </a:solidFill>
                <a:latin typeface="Aptos"/>
              </a:rPr>
              <a:t>A per-record chronological audit trail, filterable by date range, with flagged events highlighted.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44568" y="3749039"/>
            <a:ext cx="340156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3950207"/>
            <a:ext cx="2889504" cy="119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F766E"/>
                </a:solidFill>
                <a:latin typeface="Aptos"/>
              </a:rPr>
              <a:t>Records management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C7580"/>
                </a:solidFill>
                <a:latin typeface="Aptos"/>
              </a:rPr>
              <a:t>Full CRUD over your health records with fast search and pagination.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6" y="3749039"/>
            <a:ext cx="3401568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22208" y="3950207"/>
            <a:ext cx="2889504" cy="119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F766E"/>
                </a:solidFill>
                <a:latin typeface="Aptos"/>
              </a:rPr>
              <a:t>Private &amp; secure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C7580"/>
                </a:solidFill>
                <a:latin typeface="Aptos"/>
              </a:rPr>
              <a:t>Passport auth, hashed passwords, sessions, same-origin (no CORS), no exposed secrets.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68626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766E"/>
                </a:solidFill>
                <a:latin typeface="Aptos"/>
              </a:rPr>
              <a:t>DESIGN &amp; MOCKUPS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34386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 dirty="0">
                <a:solidFill>
                  <a:srgbClr val="0E2841"/>
                </a:solidFill>
                <a:latin typeface="Aptos"/>
              </a:rPr>
              <a:t>Client-side React views</a:t>
            </a:r>
          </a:p>
        </p:txBody>
      </p:sp>
      <p:pic>
        <p:nvPicPr>
          <p:cNvPr id="4" name="Picture 3" descr="_medvault_wire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603" y="1737360"/>
            <a:ext cx="7146388" cy="43771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2887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766E"/>
                </a:solidFill>
                <a:latin typeface="Aptos"/>
              </a:rPr>
              <a:t>HOW IT'S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463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 dirty="0">
                <a:solidFill>
                  <a:srgbClr val="0E2841"/>
                </a:solidFill>
                <a:latin typeface="Aptos"/>
              </a:rPr>
              <a:t>A modern full-stack, within the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46304" cy="8412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1901952"/>
            <a:ext cx="9875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0E2841"/>
                </a:solidFill>
                <a:latin typeface="Aptos"/>
              </a:rPr>
              <a:t>Frontend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C7580"/>
                </a:solidFill>
                <a:latin typeface="Aptos"/>
              </a:rPr>
              <a:t>React 18 (Hooks) + Vite - client-side rendering; Recharts (approved) for charts; Fetch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34056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2734056"/>
            <a:ext cx="146304" cy="8412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2852928"/>
            <a:ext cx="9875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0E2841"/>
                </a:solidFill>
                <a:latin typeface="Aptos"/>
              </a:rPr>
              <a:t>Backend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C7580"/>
                </a:solidFill>
                <a:latin typeface="Aptos"/>
              </a:rPr>
              <a:t>Node.js + Express (ES modules); Passport local strategy; express-session; bcrypt.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85032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3685032"/>
            <a:ext cx="146304" cy="8412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3803904"/>
            <a:ext cx="9875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0E2841"/>
                </a:solidFill>
                <a:latin typeface="Aptos"/>
              </a:rPr>
              <a:t>Database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C7580"/>
                </a:solidFill>
                <a:latin typeface="Aptos"/>
              </a:rPr>
              <a:t>MongoDB via the native driver (no Mongoose) - users, records, accessLogs; full CRUD on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636008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4636008"/>
            <a:ext cx="146304" cy="8412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4754880"/>
            <a:ext cx="9875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0E2841"/>
                </a:solidFill>
                <a:latin typeface="Aptos"/>
              </a:rPr>
              <a:t>AI integration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C7580"/>
                </a:solidFill>
                <a:latin typeface="Aptos"/>
              </a:rPr>
              <a:t>Rules decide what's suspicious (MongoDB aggregation); the LLM only explains flags in plain English.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586984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" y="5586984"/>
            <a:ext cx="146304" cy="8412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" y="5705856"/>
            <a:ext cx="9875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0E2841"/>
                </a:solidFill>
                <a:latin typeface="Aptos"/>
              </a:rPr>
              <a:t>Constraints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C7580"/>
                </a:solidFill>
                <a:latin typeface="Aptos"/>
              </a:rPr>
              <a:t>No CORS, axios, or Mongoose - same-origin via a Vite dev proxy and Express serving the built app.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440" y="85039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766E"/>
                </a:solidFill>
                <a:latin typeface="Aptos"/>
              </a:rPr>
              <a:t>WHAT I'M MOST PROUD 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1615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 dirty="0">
                <a:solidFill>
                  <a:srgbClr val="0E2841"/>
                </a:solidFill>
                <a:latin typeface="Aptos"/>
              </a:rPr>
              <a:t>Grounded, actionable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10515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766E"/>
                </a:solidFill>
                <a:latin typeface="Aptos"/>
              </a:rPr>
              <a:t>A grounded AI assistant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C7580"/>
                </a:solidFill>
                <a:latin typeface="Aptos"/>
              </a:rPr>
              <a:t>It answers who-accessed-what from the user's real, aggregated audit data - multi-turn, and it refuses anything outside that scope instead of guessing.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55848"/>
            <a:ext cx="10515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538728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766E"/>
                </a:solidFill>
                <a:latin typeface="Aptos"/>
              </a:rPr>
              <a:t>Rules decide, AI explains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C7580"/>
                </a:solidFill>
                <a:latin typeface="Aptos"/>
              </a:rPr>
              <a:t>A MongoDB aggregation flags anomalies; the LLM only turns those flags into plain-English severity and action - it never decides what counts as suspicious.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37176"/>
            <a:ext cx="10515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5020056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766E"/>
                </a:solidFill>
                <a:latin typeface="Aptos"/>
              </a:rPr>
              <a:t>Actionable, patient-first alerts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C7580"/>
                </a:solidFill>
                <a:latin typeface="Aptos"/>
              </a:rPr>
              <a:t>Every flag becomes a readable explanation with a color-coded severity badge and a concrete recommended next step for the patient.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0507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766E"/>
                </a:solidFill>
                <a:latin typeface="Aptos"/>
              </a:rPr>
              <a:t>HARDEST 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7083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 dirty="0">
                <a:solidFill>
                  <a:srgbClr val="0E2841"/>
                </a:solidFill>
                <a:latin typeface="Aptos"/>
              </a:rPr>
              <a:t>Making the AI reliable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10515600" cy="1691640"/>
          </a:xfrm>
          <a:prstGeom prst="roundRect">
            <a:avLst/>
          </a:prstGeom>
          <a:solidFill>
            <a:srgbClr val="EAF5F2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24028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2841"/>
                </a:solidFill>
                <a:latin typeface="Aptos"/>
              </a:rPr>
              <a:t>Grounding the AI in real numbers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C7580"/>
                </a:solidFill>
                <a:latin typeface="Aptos"/>
              </a:rPr>
              <a:t>Building the aggregation context so the assistant answers from real data - forcing valid JSON from the model, and caching only genuine AI output so a transient failure retries instead of sticking a fallback.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931920"/>
            <a:ext cx="10515600" cy="1691640"/>
          </a:xfrm>
          <a:prstGeom prst="roundRect">
            <a:avLst/>
          </a:prstGeom>
          <a:solidFill>
            <a:srgbClr val="EAF5F2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416052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2841"/>
                </a:solidFill>
                <a:latin typeface="Aptos"/>
              </a:rPr>
              <a:t>Same-origin, no CORS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C7580"/>
                </a:solidFill>
                <a:latin typeface="Aptos"/>
              </a:rPr>
              <a:t>The course bans CORS, so the app is same-origin: a Vite dev proxy in development and Express serving the built React app in production - keeping cookies and sessions working throughout.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7365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766E"/>
                </a:solidFill>
                <a:latin typeface="Aptos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941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0E2841"/>
                </a:solidFill>
                <a:latin typeface="Aptos"/>
              </a:rPr>
              <a:t>See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10515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F766E"/>
                </a:solidFill>
                <a:latin typeface="Aptos"/>
              </a:rPr>
              <a:t>Live project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C7580"/>
                </a:solidFill>
                <a:latin typeface="Aptos"/>
              </a:rPr>
              <a:t>add your deployment URL 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73552"/>
            <a:ext cx="10515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3456432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F766E"/>
                </a:solidFill>
                <a:latin typeface="Aptos"/>
              </a:rPr>
              <a:t>GitHub repository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C7580"/>
                </a:solidFill>
                <a:latin typeface="Aptos"/>
              </a:rPr>
              <a:t>add your repository URL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443984"/>
            <a:ext cx="10515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4626864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F766E"/>
                </a:solidFill>
                <a:latin typeface="Aptos"/>
              </a:rPr>
              <a:t>Demo video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C7580"/>
                </a:solidFill>
                <a:latin typeface="Aptos"/>
              </a:rPr>
              <a:t>add your video URL here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82880" y="-182880"/>
            <a:ext cx="12801600" cy="7315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6000" b="1" i="0">
                <a:solidFill>
                  <a:srgbClr val="FFFFFF"/>
                </a:solidFill>
                <a:latin typeface="Aptos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 i="0">
                <a:solidFill>
                  <a:srgbClr val="D7F2EC"/>
                </a:solidFill>
                <a:latin typeface="Aptos"/>
              </a:rPr>
              <a:t>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752</Words>
  <Application>Microsoft Office PowerPoint</Application>
  <PresentationFormat>Widescreen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Ahmed Furkhan</cp:lastModifiedBy>
  <cp:revision>3</cp:revision>
  <dcterms:created xsi:type="dcterms:W3CDTF">2013-01-27T09:14:16Z</dcterms:created>
  <dcterms:modified xsi:type="dcterms:W3CDTF">2026-07-17T23:35:07Z</dcterms:modified>
  <cp:category/>
</cp:coreProperties>
</file>